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hMkssmd04aCkjL26DBjKwOoIt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1B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291840" y="0"/>
            <a:ext cx="109728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731520"/>
            <a:ext cx="1463040" cy="1463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914400" y="2423160"/>
            <a:ext cx="1645920" cy="2926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14400" y="242316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2926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822960" y="28803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ResumeMatch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" name="Google Shape;2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3474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/>
          <p:nvPr/>
        </p:nvSpPr>
        <p:spPr>
          <a:xfrm>
            <a:off x="822960" y="342900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InterviewPrep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4023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/>
          <p:nvPr/>
        </p:nvSpPr>
        <p:spPr>
          <a:xfrm>
            <a:off x="822960" y="397764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DataStory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3749040" y="64008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libri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CAREER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749040" y="1508760"/>
            <a:ext cx="5212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6800"/>
              <a:buFont typeface="Calibri"/>
              <a:buNone/>
            </a:pPr>
            <a:r>
              <a:rPr b="1" i="0" lang="en-US" sz="6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AI SUITE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749040" y="251460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Multi-Agent System for Career Development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749040" y="3108960"/>
            <a:ext cx="5029200" cy="27432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749040" y="32461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Group 8  ·  Suhas Ramachandra  ·  Raga Satarasi  ·  Arun Solaiappan Valliappan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3749040" y="36576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April 2026  ·  Applied Generative AI Final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0040" y="1097280"/>
            <a:ext cx="274320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0040" y="1097280"/>
            <a:ext cx="27432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411480" y="1691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Resume Optimization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11480" y="2194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Hard to tailor resumes for specific jobs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11480" y="27889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Missing keywords rejected by ATS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1480" y="3383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No instant, affordable feedback available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46120" y="1097280"/>
            <a:ext cx="274320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756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3337560" y="1691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Interview Preparation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337560" y="2194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Professional coaching costs $100+/hour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337560" y="27889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Generic questions don't match the role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337560" y="3383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No personalized answer 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172200" y="1097280"/>
            <a:ext cx="2743200" cy="3566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172200" y="1097280"/>
            <a:ext cx="2743200" cy="7315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364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6263640" y="1691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63640" y="219456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Non-technical users can't analyze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63640" y="278892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Manual analysis is slow and expensive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263640" y="3383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Insights locked behind technical skills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SOLUTION: AI-powered multi-agent system combining all three into one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SOLUTION: CAREER AI SUITE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3 Integrated AI Tools. One Platform.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20040" y="1417320"/>
            <a:ext cx="2651760" cy="338328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20040" y="1417320"/>
            <a:ext cx="2651760" cy="73152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978408" y="15270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ResumeMatch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" y="23042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704088" y="2240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Scores resumes 1–10 with detailed feedback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" y="29443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04088" y="28803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Matches resume to job descriptions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" y="35844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"/>
          <p:cNvSpPr/>
          <p:nvPr/>
        </p:nvSpPr>
        <p:spPr>
          <a:xfrm>
            <a:off x="704088" y="35204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Identifies skill gaps &amp; missing keywords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00400" y="1417320"/>
            <a:ext cx="2651760" cy="338328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200400" y="1417320"/>
            <a:ext cx="2651760" cy="731520"/>
          </a:xfrm>
          <a:prstGeom prst="rect">
            <a:avLst/>
          </a:prstGeom>
          <a:solidFill>
            <a:srgbClr val="007A5E"/>
          </a:solidFill>
          <a:ln cap="flat" cmpd="sng" w="1270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756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/>
          <p:nvPr/>
        </p:nvSpPr>
        <p:spPr>
          <a:xfrm>
            <a:off x="3858768" y="15270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InterviewPrep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23042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3584448" y="2240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Generates role-specific interview questions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29443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3584448" y="28803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Evaluates answers using STAR method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10128" y="35844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/>
          <p:nvPr/>
        </p:nvSpPr>
        <p:spPr>
          <a:xfrm>
            <a:off x="3584448" y="35204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Provides improved answer suggestions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080760" y="1417320"/>
            <a:ext cx="2651760" cy="338328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6080760" y="1417320"/>
            <a:ext cx="2651760" cy="731520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6739128" y="152704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DataStory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0488" y="23042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6464808" y="224028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Analyzes CSV datasets automatically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0488" y="294436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6464808" y="288036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Generates 5 key insights in plain English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0488" y="35844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6464808" y="3520440"/>
            <a:ext cx="2148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Answers natural language questions on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Multi-Agent LLM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474720" y="1005840"/>
            <a:ext cx="2194560" cy="50292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474720" y="1005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4572000" y="150876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3108960" y="1828800"/>
            <a:ext cx="2926080" cy="50292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3108960" y="18288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GRADIO UI  (6 Tabs)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4"/>
          <p:cNvCxnSpPr/>
          <p:nvPr/>
        </p:nvCxnSpPr>
        <p:spPr>
          <a:xfrm>
            <a:off x="1234440" y="2514600"/>
            <a:ext cx="6675120" cy="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4"/>
          <p:cNvCxnSpPr/>
          <p:nvPr/>
        </p:nvCxnSpPr>
        <p:spPr>
          <a:xfrm>
            <a:off x="1600200" y="251460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4"/>
          <p:cNvSpPr/>
          <p:nvPr/>
        </p:nvSpPr>
        <p:spPr>
          <a:xfrm>
            <a:off x="320040" y="283464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320040" y="2834640"/>
            <a:ext cx="2560320" cy="41148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20040" y="2834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ResumeMatch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1480" y="3337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1: Resume Analyzer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11480" y="3749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2: Job Matcher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4526280" y="251460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4"/>
          <p:cNvSpPr/>
          <p:nvPr/>
        </p:nvSpPr>
        <p:spPr>
          <a:xfrm>
            <a:off x="3246120" y="283464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246120" y="2834640"/>
            <a:ext cx="2560320" cy="411480"/>
          </a:xfrm>
          <a:prstGeom prst="rect">
            <a:avLst/>
          </a:prstGeom>
          <a:solidFill>
            <a:srgbClr val="007A5E"/>
          </a:solidFill>
          <a:ln cap="flat" cmpd="sng" w="1270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3246120" y="2834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InterviewPrep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337560" y="3337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1: Interview Coach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337560" y="3749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2: Feedback Generator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7452360" y="2514600"/>
            <a:ext cx="0" cy="320040"/>
          </a:xfrm>
          <a:prstGeom prst="straightConnector1">
            <a:avLst/>
          </a:prstGeom>
          <a:noFill/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72200" y="2834640"/>
            <a:ext cx="2560320" cy="1463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72200" y="2834640"/>
            <a:ext cx="2560320" cy="411480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172200" y="28346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DataStory 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263640" y="33375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1: Data Analyst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263640" y="3749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Agent 2: Insight Narrator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4"/>
          <p:cNvCxnSpPr/>
          <p:nvPr/>
        </p:nvCxnSpPr>
        <p:spPr>
          <a:xfrm>
            <a:off x="4572000" y="429768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" name="Google Shape;134;p4"/>
          <p:cNvSpPr/>
          <p:nvPr/>
        </p:nvSpPr>
        <p:spPr>
          <a:xfrm>
            <a:off x="2926080" y="4617720"/>
            <a:ext cx="3291840" cy="429768"/>
          </a:xfrm>
          <a:prstGeom prst="rect">
            <a:avLst/>
          </a:prstGeom>
          <a:solidFill>
            <a:srgbClr val="0D1B2A"/>
          </a:solidFill>
          <a:ln cap="flat" cmpd="sng" w="254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2926080" y="4617720"/>
            <a:ext cx="329184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OpenAI GPT-3.5-Turbo  ·  LLM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MULTI-AGENT DESIGN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6 Specialized Agents Working Together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57200" y="1051560"/>
            <a:ext cx="82296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20040" y="1188720"/>
            <a:ext cx="2651760" cy="160020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20040" y="1188720"/>
            <a:ext cx="502920" cy="16002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2004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68680" y="1234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ResumeMatch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6868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 Analyzer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868680" y="18470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Analyzes resume content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68680" y="2194560"/>
            <a:ext cx="201168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68680" y="21945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Score 1–10 · Strengths · Weaknesses · Skills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200400" y="1188720"/>
            <a:ext cx="2651760" cy="160020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200400" y="1188720"/>
            <a:ext cx="502920" cy="16002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20040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749040" y="1234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ResumeMatch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74904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 Matcher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749040" y="18470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Compares resume to JD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749040" y="2194560"/>
            <a:ext cx="201168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749040" y="21945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Match % · Skill gaps · Missing keywords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6080760" y="1188720"/>
            <a:ext cx="2651760" cy="160020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6080760" y="1188720"/>
            <a:ext cx="502920" cy="1600200"/>
          </a:xfrm>
          <a:prstGeom prst="rect">
            <a:avLst/>
          </a:prstGeom>
          <a:solidFill>
            <a:srgbClr val="007A5E"/>
          </a:solidFill>
          <a:ln cap="flat" cmpd="sng" w="1270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080760" y="17373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629400" y="12344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InterviewPrep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6629400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Interview Coach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629400" y="18470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Generates interview questions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6629400" y="2194560"/>
            <a:ext cx="201168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6629400" y="21945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Role-specific questions with answer guidance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320040" y="3017520"/>
            <a:ext cx="2651760" cy="160020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320040" y="3017520"/>
            <a:ext cx="502920" cy="1600200"/>
          </a:xfrm>
          <a:prstGeom prst="rect">
            <a:avLst/>
          </a:prstGeom>
          <a:solidFill>
            <a:srgbClr val="007A5E"/>
          </a:solidFill>
          <a:ln cap="flat" cmpd="sng" w="1270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32004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68680" y="30632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InterviewPrep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868680" y="32918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Feedback Generator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868680" y="3675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Evaluates answers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868680" y="4023360"/>
            <a:ext cx="201168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68680" y="40233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STAR analysis · Score · Improved answer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200400" y="3017520"/>
            <a:ext cx="2651760" cy="160020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3200400" y="3017520"/>
            <a:ext cx="502920" cy="1600200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320040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749040" y="30632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3749040" y="32918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749040" y="3675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Analyzes CSV files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749040" y="4023360"/>
            <a:ext cx="201168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3749040" y="40233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5 key insights · Trends · Patterns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080760" y="3017520"/>
            <a:ext cx="2651760" cy="160020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6080760" y="3017520"/>
            <a:ext cx="502920" cy="1600200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608076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629400" y="30632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629400" y="32918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Insight Narrator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629400" y="3675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Answers data questions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629400" y="4023360"/>
            <a:ext cx="2011680" cy="50292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629400" y="40233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Natural language responses about your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65760" y="1005840"/>
            <a:ext cx="8412480" cy="38404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365760" y="1005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172968" y="1005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5980176" y="100584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WHY WE CHOSE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65760" y="1389888"/>
            <a:ext cx="8412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57200" y="13898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LLM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172968" y="1463040"/>
            <a:ext cx="1554480" cy="31089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3172968" y="14630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OpenAI GPT-3.5-Turbo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989320" y="13898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Fast (2–5s), reliable, cost-effective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365760" y="1847088"/>
            <a:ext cx="8412480" cy="457200"/>
          </a:xfrm>
          <a:prstGeom prst="rect">
            <a:avLst/>
          </a:prstGeom>
          <a:solidFill>
            <a:srgbClr val="EBF1F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57200" y="18470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UI Framework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172968" y="1920240"/>
            <a:ext cx="1554480" cy="31089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172968" y="19202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Gradio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989320" y="18470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Easy UI, shareable public URL, works in Colab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65760" y="2304288"/>
            <a:ext cx="8412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57200" y="23042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172968" y="2377440"/>
            <a:ext cx="1554480" cy="31089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172968" y="23774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Pandas &amp; NumPy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5989320" y="23042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Industry standard for data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65760" y="2761488"/>
            <a:ext cx="8412480" cy="457200"/>
          </a:xfrm>
          <a:prstGeom prst="rect">
            <a:avLst/>
          </a:prstGeom>
          <a:solidFill>
            <a:srgbClr val="EBF1F7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57200" y="27614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172968" y="2834640"/>
            <a:ext cx="1554480" cy="31089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3172968" y="28346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Google Colab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989320" y="27614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Free, zero setup, easy team collaboration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65760" y="3218688"/>
            <a:ext cx="84124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457200" y="3218688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Language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172968" y="3291840"/>
            <a:ext cx="1554480" cy="31089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3172968" y="3291840"/>
            <a:ext cx="1554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Python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989320" y="3218688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Dominant for AI/ML development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solidFill>
            <a:srgbClr val="1B2E44"/>
          </a:solidFill>
          <a:ln cap="flat" cmpd="sng" w="12700">
            <a:solidFill>
              <a:srgbClr val="1B2E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9319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6"/>
          <p:cNvSpPr/>
          <p:nvPr/>
        </p:nvSpPr>
        <p:spPr>
          <a:xfrm>
            <a:off x="1005840" y="3840480"/>
            <a:ext cx="4572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This Stack Works Together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1005840" y="4206240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Each component was chosen for speed, accessibility, and zero-friction collaboration. The entire suite runs in a single Colab notebook — no local setup, no deployment headaches, shareable in seconds.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IMPACT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274320" y="1005840"/>
            <a:ext cx="1965960" cy="1234440"/>
          </a:xfrm>
          <a:prstGeom prst="rect">
            <a:avLst/>
          </a:prstGeom>
          <a:solidFill>
            <a:srgbClr val="0D1B2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274320" y="10972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2–5s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74320" y="17373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Response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468880" y="1005840"/>
            <a:ext cx="1965960" cy="1234440"/>
          </a:xfrm>
          <a:prstGeom prst="rect">
            <a:avLst/>
          </a:prstGeom>
          <a:solidFill>
            <a:srgbClr val="0D1B2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2468880" y="10972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2468880" y="17373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Functional Agent Tabs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663440" y="1005840"/>
            <a:ext cx="1965960" cy="1234440"/>
          </a:xfrm>
          <a:prstGeom prst="rect">
            <a:avLst/>
          </a:prstGeom>
          <a:solidFill>
            <a:srgbClr val="0D1B2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4663440" y="10972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$100+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663440" y="17373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Coaching Cost Saved/hr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858000" y="1005840"/>
            <a:ext cx="1965960" cy="1234440"/>
          </a:xfrm>
          <a:prstGeom prst="rect">
            <a:avLst/>
          </a:prstGeom>
          <a:solidFill>
            <a:srgbClr val="0D1B2A"/>
          </a:solidFill>
          <a:ln cap="flat" cmpd="sng" w="1905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858000" y="1097280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3-in-1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858000" y="173736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Integrated AI Products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74320" y="2423160"/>
            <a:ext cx="402336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274320" y="2423160"/>
            <a:ext cx="4023360" cy="41148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274320" y="24231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4" name="Google Shape;2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2926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/>
          <p:nvPr/>
        </p:nvSpPr>
        <p:spPr>
          <a:xfrm>
            <a:off x="749808" y="28803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All 6 tabs fully functional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3832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7"/>
          <p:cNvSpPr/>
          <p:nvPr/>
        </p:nvSpPr>
        <p:spPr>
          <a:xfrm>
            <a:off x="749808" y="33375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Real-time AI-powered feedback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38404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7"/>
          <p:cNvSpPr/>
          <p:nvPr/>
        </p:nvSpPr>
        <p:spPr>
          <a:xfrm>
            <a:off x="749808" y="37947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Works on any device with internet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0" name="Google Shape;2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4297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7"/>
          <p:cNvSpPr/>
          <p:nvPr/>
        </p:nvSpPr>
        <p:spPr>
          <a:xfrm>
            <a:off x="749808" y="42519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Shareable Gradio public 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846320" y="2423160"/>
            <a:ext cx="4023360" cy="2468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4846320" y="2423160"/>
            <a:ext cx="4023360" cy="411480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4846320" y="242316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5" name="Google Shape;2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29260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/>
          <p:nvPr/>
        </p:nvSpPr>
        <p:spPr>
          <a:xfrm>
            <a:off x="5321808" y="28803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Multi-agent architecture (6 agents)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33832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/>
          <p:nvPr/>
        </p:nvSpPr>
        <p:spPr>
          <a:xfrm>
            <a:off x="5321808" y="33375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3 AI products in one platform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38404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7"/>
          <p:cNvSpPr/>
          <p:nvPr/>
        </p:nvSpPr>
        <p:spPr>
          <a:xfrm>
            <a:off x="5321808" y="37947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NL data analysis for non-tech users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1" name="Google Shape;2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429768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/>
          <p:nvPr/>
        </p:nvSpPr>
        <p:spPr>
          <a:xfrm>
            <a:off x="5321808" y="4251960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E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B2E44"/>
                </a:solidFill>
                <a:latin typeface="Calibri"/>
                <a:ea typeface="Calibri"/>
                <a:cs typeface="Calibri"/>
                <a:sym typeface="Calibri"/>
              </a:rPr>
              <a:t>Accessible to anyone with internet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ENHANCEMENTS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Planned roadmap for Version 2.0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20040" y="1280160"/>
            <a:ext cx="4114800" cy="169164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1463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8"/>
          <p:cNvSpPr/>
          <p:nvPr/>
        </p:nvSpPr>
        <p:spPr>
          <a:xfrm>
            <a:off x="1005840" y="14447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Enhanced Features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429768" y="2057400"/>
            <a:ext cx="182880" cy="18288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685800" y="20116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PDF/DOCX resume upload support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29768" y="2350008"/>
            <a:ext cx="182880" cy="18288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685800" y="23042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Voice-based mock interviews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29768" y="2642616"/>
            <a:ext cx="182880" cy="18288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685800" y="259689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Real-time video interview simulation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709160" y="1280160"/>
            <a:ext cx="4114800" cy="169164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1" name="Google Shape;29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8888" y="14630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8"/>
          <p:cNvSpPr/>
          <p:nvPr/>
        </p:nvSpPr>
        <p:spPr>
          <a:xfrm>
            <a:off x="5394960" y="144475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818888" y="2057400"/>
            <a:ext cx="182880" cy="182880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5074920" y="201168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GPT-4 integration for deeper analysis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4818888" y="2350008"/>
            <a:ext cx="182880" cy="182880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5074920" y="230428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RAG system for company-specific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818888" y="2642616"/>
            <a:ext cx="182880" cy="182880"/>
          </a:xfrm>
          <a:prstGeom prst="rect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5074920" y="259689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Fine-tuned models per industry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20040" y="3154680"/>
            <a:ext cx="4114800" cy="169164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768" y="3337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8"/>
          <p:cNvSpPr/>
          <p:nvPr/>
        </p:nvSpPr>
        <p:spPr>
          <a:xfrm>
            <a:off x="1005840" y="33192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29768" y="3931920"/>
            <a:ext cx="182880" cy="182880"/>
          </a:xfrm>
          <a:prstGeom prst="rect">
            <a:avLst/>
          </a:prstGeom>
          <a:solidFill>
            <a:srgbClr val="007A5E"/>
          </a:solidFill>
          <a:ln cap="flat" cmpd="sng" w="1270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685800" y="38862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User accounts and saved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29768" y="4224528"/>
            <a:ext cx="182880" cy="182880"/>
          </a:xfrm>
          <a:prstGeom prst="rect">
            <a:avLst/>
          </a:prstGeom>
          <a:solidFill>
            <a:srgbClr val="007A5E"/>
          </a:solidFill>
          <a:ln cap="flat" cmpd="sng" w="1270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685800" y="41788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Progress tracking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29768" y="4517136"/>
            <a:ext cx="182880" cy="182880"/>
          </a:xfrm>
          <a:prstGeom prst="rect">
            <a:avLst/>
          </a:prstGeom>
          <a:solidFill>
            <a:srgbClr val="007A5E"/>
          </a:solidFill>
          <a:ln cap="flat" cmpd="sng" w="1270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685800" y="44714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Mobile app 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709160" y="3154680"/>
            <a:ext cx="4114800" cy="169164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A8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9" name="Google Shape;30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8888" y="33375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8"/>
          <p:cNvSpPr/>
          <p:nvPr/>
        </p:nvSpPr>
        <p:spPr>
          <a:xfrm>
            <a:off x="5394960" y="3319272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4818888" y="3931920"/>
            <a:ext cx="182880" cy="182880"/>
          </a:xfrm>
          <a:prstGeom prst="rect">
            <a:avLst/>
          </a:prstGeom>
          <a:solidFill>
            <a:srgbClr val="A85200"/>
          </a:solidFill>
          <a:ln cap="flat" cmpd="sng" w="12700">
            <a:solidFill>
              <a:srgbClr val="A8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5074920" y="388620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LinkedIn profile import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818888" y="4224528"/>
            <a:ext cx="182880" cy="182880"/>
          </a:xfrm>
          <a:prstGeom prst="rect">
            <a:avLst/>
          </a:prstGeom>
          <a:solidFill>
            <a:srgbClr val="A85200"/>
          </a:solidFill>
          <a:ln cap="flat" cmpd="sng" w="12700">
            <a:solidFill>
              <a:srgbClr val="A8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5074920" y="41788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Job board connections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4818888" y="4517136"/>
            <a:ext cx="182880" cy="182880"/>
          </a:xfrm>
          <a:prstGeom prst="rect">
            <a:avLst/>
          </a:prstGeom>
          <a:solidFill>
            <a:srgbClr val="A85200"/>
          </a:solidFill>
          <a:ln cap="flat" cmpd="sng" w="12700">
            <a:solidFill>
              <a:srgbClr val="A8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5074920" y="44714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Calendar sync for interview prep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/>
          <p:nvPr/>
        </p:nvSpPr>
        <p:spPr>
          <a:xfrm>
            <a:off x="-3" y="0"/>
            <a:ext cx="109800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229529" y="320050"/>
            <a:ext cx="8731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ACHIEVEMENTS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 flipH="1" rot="10800000">
            <a:off x="229629" y="1444689"/>
            <a:ext cx="8731500" cy="183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30" y="2093963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0"/>
          <p:cNvSpPr/>
          <p:nvPr/>
        </p:nvSpPr>
        <p:spPr>
          <a:xfrm>
            <a:off x="503845" y="2029975"/>
            <a:ext cx="836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specialized LLM agents working in concert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7" name="Google Shape;32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30" y="25420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0"/>
          <p:cNvSpPr/>
          <p:nvPr/>
        </p:nvSpPr>
        <p:spPr>
          <a:xfrm>
            <a:off x="503875" y="2487175"/>
            <a:ext cx="836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6-tab Gradio interface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9" name="Google Shape;3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30" y="299923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0"/>
          <p:cNvSpPr/>
          <p:nvPr/>
        </p:nvSpPr>
        <p:spPr>
          <a:xfrm>
            <a:off x="503870" y="2944375"/>
            <a:ext cx="836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AI responses in 2–5 seconds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1" name="Google Shape;3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530" y="35113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0"/>
          <p:cNvSpPr/>
          <p:nvPr/>
        </p:nvSpPr>
        <p:spPr>
          <a:xfrm>
            <a:off x="503870" y="3401575"/>
            <a:ext cx="836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Fully functional working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E0EF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0E0EF"/>
                </a:solidFill>
                <a:latin typeface="Calibri"/>
                <a:ea typeface="Calibri"/>
                <a:cs typeface="Calibri"/>
                <a:sym typeface="Calibri"/>
              </a:rPr>
              <a:t>Six-tab Gradio interface walkthrough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57200" y="1078992"/>
            <a:ext cx="8229600" cy="36576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320040" y="1234440"/>
            <a:ext cx="2651760" cy="164592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429768" y="1344168"/>
            <a:ext cx="438912" cy="438912"/>
          </a:xfrm>
          <a:prstGeom prst="ellipse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429768" y="13441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960120" y="13716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 Analyzer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429768" y="1892808"/>
            <a:ext cx="2423160" cy="27432"/>
          </a:xfrm>
          <a:prstGeom prst="rect">
            <a:avLst/>
          </a:prstGeom>
          <a:solidFill>
            <a:srgbClr val="2A3F5A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429768" y="198424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Paste sample resume → Get score &amp; detailed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3200400" y="1234440"/>
            <a:ext cx="2651760" cy="164592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3310128" y="1344168"/>
            <a:ext cx="438912" cy="438912"/>
          </a:xfrm>
          <a:prstGeom prst="ellipse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"/>
          <p:cNvSpPr/>
          <p:nvPr/>
        </p:nvSpPr>
        <p:spPr>
          <a:xfrm>
            <a:off x="3310128" y="13441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3840480" y="13716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Job Matcher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3310128" y="1892808"/>
            <a:ext cx="2423160" cy="27432"/>
          </a:xfrm>
          <a:prstGeom prst="rect">
            <a:avLst/>
          </a:prstGeom>
          <a:solidFill>
            <a:srgbClr val="2A3F5A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3310128" y="198424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Add job description → See match % and skill gaps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6080760" y="1234440"/>
            <a:ext cx="2651760" cy="164592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6190488" y="1344168"/>
            <a:ext cx="438912" cy="438912"/>
          </a:xfrm>
          <a:prstGeom prst="ellipse">
            <a:avLst/>
          </a:prstGeom>
          <a:solidFill>
            <a:srgbClr val="007A5E"/>
          </a:solidFill>
          <a:ln cap="flat" cmpd="sng" w="1270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9"/>
          <p:cNvSpPr/>
          <p:nvPr/>
        </p:nvSpPr>
        <p:spPr>
          <a:xfrm>
            <a:off x="6190488" y="13441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6720840" y="137160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Interview Qs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6190488" y="1892808"/>
            <a:ext cx="2423160" cy="27432"/>
          </a:xfrm>
          <a:prstGeom prst="rect">
            <a:avLst/>
          </a:prstGeom>
          <a:solidFill>
            <a:srgbClr val="2A3F5A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9"/>
          <p:cNvSpPr/>
          <p:nvPr/>
        </p:nvSpPr>
        <p:spPr>
          <a:xfrm>
            <a:off x="6190488" y="198424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Enter job description → Generate 5 role-specific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320040" y="3108960"/>
            <a:ext cx="2651760" cy="164592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429768" y="3218688"/>
            <a:ext cx="438912" cy="438912"/>
          </a:xfrm>
          <a:prstGeom prst="ellipse">
            <a:avLst/>
          </a:prstGeom>
          <a:solidFill>
            <a:srgbClr val="007A5E"/>
          </a:solidFill>
          <a:ln cap="flat" cmpd="sng" w="12700">
            <a:solidFill>
              <a:srgbClr val="00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"/>
          <p:cNvSpPr/>
          <p:nvPr/>
        </p:nvSpPr>
        <p:spPr>
          <a:xfrm>
            <a:off x="429768" y="32186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96012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Eval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429768" y="3767328"/>
            <a:ext cx="2423160" cy="27432"/>
          </a:xfrm>
          <a:prstGeom prst="rect">
            <a:avLst/>
          </a:prstGeom>
          <a:solidFill>
            <a:srgbClr val="2A3F5A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429768" y="385876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Enter question + answer → Get STAR method feedback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3200400" y="3108960"/>
            <a:ext cx="2651760" cy="164592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3310128" y="3218688"/>
            <a:ext cx="438912" cy="438912"/>
          </a:xfrm>
          <a:prstGeom prst="ellipse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3310128" y="32186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384048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3310128" y="3767328"/>
            <a:ext cx="2423160" cy="27432"/>
          </a:xfrm>
          <a:prstGeom prst="rect">
            <a:avLst/>
          </a:prstGeom>
          <a:solidFill>
            <a:srgbClr val="2A3F5A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3310128" y="385876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Upload CSV file → Get automatic insights instantly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080760" y="3108960"/>
            <a:ext cx="2651760" cy="1645920"/>
          </a:xfrm>
          <a:prstGeom prst="rect">
            <a:avLst/>
          </a:prstGeom>
          <a:solidFill>
            <a:srgbClr val="1B2E44"/>
          </a:solidFill>
          <a:ln cap="flat" cmpd="sng" w="1905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/>
          <p:nvPr/>
        </p:nvSpPr>
        <p:spPr>
          <a:xfrm>
            <a:off x="6190488" y="3218688"/>
            <a:ext cx="438912" cy="438912"/>
          </a:xfrm>
          <a:prstGeom prst="ellipse">
            <a:avLst/>
          </a:prstGeom>
          <a:solidFill>
            <a:srgbClr val="6B3FA0"/>
          </a:solidFill>
          <a:ln cap="flat" cmpd="sng" w="12700">
            <a:solidFill>
              <a:srgbClr val="6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6190488" y="32186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72084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Q&amp;A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6190488" y="3767328"/>
            <a:ext cx="2423160" cy="27432"/>
          </a:xfrm>
          <a:prstGeom prst="rect">
            <a:avLst/>
          </a:prstGeom>
          <a:solidFill>
            <a:srgbClr val="2A3F5A"/>
          </a:solidFill>
          <a:ln cap="flat" cmpd="sng" w="12700">
            <a:solidFill>
              <a:srgbClr val="2A3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6190488" y="3858768"/>
            <a:ext cx="2423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Ask questions about your data → Get plain English answers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2026-04-19T02:07:35Z</dcterms:created>
  <dc:creator>PptxGenJS</dc:creator>
</cp:coreProperties>
</file>